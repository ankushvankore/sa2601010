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C092C0-D3AC-4E5F-8422-314FB380BA72}" type="doc">
      <dgm:prSet loTypeId="urn:microsoft.com/office/officeart/2005/8/layout/process2" loCatId="process" qsTypeId="urn:microsoft.com/office/officeart/2005/8/quickstyle/3d1" qsCatId="3D" csTypeId="urn:microsoft.com/office/officeart/2005/8/colors/colorful1" csCatId="colorful" phldr="1"/>
      <dgm:spPr/>
    </dgm:pt>
    <dgm:pt modelId="{9F3C6476-A367-4993-A50A-D26146F14FB3}">
      <dgm:prSet phldrT="[Text]"/>
      <dgm:spPr/>
      <dgm:t>
        <a:bodyPr/>
        <a:lstStyle/>
        <a:p>
          <a:r>
            <a:rPr lang="en-US" dirty="0" smtClean="0"/>
            <a:t>Workbook</a:t>
          </a:r>
          <a:endParaRPr lang="en-IN" dirty="0"/>
        </a:p>
      </dgm:t>
    </dgm:pt>
    <dgm:pt modelId="{75889445-8526-4714-94B9-FAB7B84DB49D}" type="parTrans" cxnId="{CF3306DC-759B-4BE7-95E8-C73A9B7C835D}">
      <dgm:prSet/>
      <dgm:spPr/>
      <dgm:t>
        <a:bodyPr/>
        <a:lstStyle/>
        <a:p>
          <a:endParaRPr lang="en-IN"/>
        </a:p>
      </dgm:t>
    </dgm:pt>
    <dgm:pt modelId="{5E23A796-0095-41AB-A621-B9E332A3F50B}" type="sibTrans" cxnId="{CF3306DC-759B-4BE7-95E8-C73A9B7C835D}">
      <dgm:prSet/>
      <dgm:spPr/>
      <dgm:t>
        <a:bodyPr/>
        <a:lstStyle/>
        <a:p>
          <a:endParaRPr lang="en-IN"/>
        </a:p>
      </dgm:t>
    </dgm:pt>
    <dgm:pt modelId="{3367D722-AED0-4C27-B0D7-291936ABF5DA}">
      <dgm:prSet phldrT="[Text]"/>
      <dgm:spPr/>
      <dgm:t>
        <a:bodyPr/>
        <a:lstStyle/>
        <a:p>
          <a:r>
            <a:rPr lang="en-US" dirty="0" smtClean="0"/>
            <a:t>Sheet</a:t>
          </a:r>
          <a:endParaRPr lang="en-IN" dirty="0"/>
        </a:p>
      </dgm:t>
    </dgm:pt>
    <dgm:pt modelId="{E88592AF-4873-4DB0-BBC8-70D07249C55B}" type="parTrans" cxnId="{413A8B09-FE5F-422F-BBD1-C96A26E0F971}">
      <dgm:prSet/>
      <dgm:spPr/>
      <dgm:t>
        <a:bodyPr/>
        <a:lstStyle/>
        <a:p>
          <a:endParaRPr lang="en-IN"/>
        </a:p>
      </dgm:t>
    </dgm:pt>
    <dgm:pt modelId="{8C1B3EB5-8DCA-42DB-A991-B89EB3052C3B}" type="sibTrans" cxnId="{413A8B09-FE5F-422F-BBD1-C96A26E0F971}">
      <dgm:prSet/>
      <dgm:spPr/>
      <dgm:t>
        <a:bodyPr/>
        <a:lstStyle/>
        <a:p>
          <a:endParaRPr lang="en-IN"/>
        </a:p>
      </dgm:t>
    </dgm:pt>
    <dgm:pt modelId="{A428DA78-CE0E-4446-8228-33A5B86DD72C}">
      <dgm:prSet phldrT="[Text]"/>
      <dgm:spPr/>
      <dgm:t>
        <a:bodyPr/>
        <a:lstStyle/>
        <a:p>
          <a:r>
            <a:rPr lang="en-US" dirty="0" smtClean="0"/>
            <a:t>Row</a:t>
          </a:r>
          <a:endParaRPr lang="en-IN" dirty="0"/>
        </a:p>
      </dgm:t>
    </dgm:pt>
    <dgm:pt modelId="{44F8D603-045E-472D-B74C-213D12C8EAEF}" type="parTrans" cxnId="{1976D973-0ECA-42D8-83A0-5A436EEA8600}">
      <dgm:prSet/>
      <dgm:spPr/>
      <dgm:t>
        <a:bodyPr/>
        <a:lstStyle/>
        <a:p>
          <a:endParaRPr lang="en-IN"/>
        </a:p>
      </dgm:t>
    </dgm:pt>
    <dgm:pt modelId="{9EBA303E-1B88-40B3-B7BB-B8933C7F3238}" type="sibTrans" cxnId="{1976D973-0ECA-42D8-83A0-5A436EEA8600}">
      <dgm:prSet/>
      <dgm:spPr/>
      <dgm:t>
        <a:bodyPr/>
        <a:lstStyle/>
        <a:p>
          <a:endParaRPr lang="en-IN"/>
        </a:p>
      </dgm:t>
    </dgm:pt>
    <dgm:pt modelId="{6EA605E4-DEDA-44D6-A957-D6E707459D3C}">
      <dgm:prSet phldrT="[Text]"/>
      <dgm:spPr/>
      <dgm:t>
        <a:bodyPr/>
        <a:lstStyle/>
        <a:p>
          <a:r>
            <a:rPr lang="en-US" dirty="0" smtClean="0"/>
            <a:t>Cell</a:t>
          </a:r>
          <a:endParaRPr lang="en-IN" dirty="0"/>
        </a:p>
      </dgm:t>
    </dgm:pt>
    <dgm:pt modelId="{0AFB2A4C-908B-4D65-8222-D4983F3AF177}" type="parTrans" cxnId="{97EE997E-EC57-4725-9368-D2531FA93F0C}">
      <dgm:prSet/>
      <dgm:spPr/>
      <dgm:t>
        <a:bodyPr/>
        <a:lstStyle/>
        <a:p>
          <a:endParaRPr lang="en-IN"/>
        </a:p>
      </dgm:t>
    </dgm:pt>
    <dgm:pt modelId="{B7B92C49-D94E-42C0-B2F2-35A5368A0AFC}" type="sibTrans" cxnId="{97EE997E-EC57-4725-9368-D2531FA93F0C}">
      <dgm:prSet/>
      <dgm:spPr/>
      <dgm:t>
        <a:bodyPr/>
        <a:lstStyle/>
        <a:p>
          <a:endParaRPr lang="en-IN"/>
        </a:p>
      </dgm:t>
    </dgm:pt>
    <dgm:pt modelId="{B10F4FB4-738A-4FF9-B494-9F6417D7F3A1}" type="pres">
      <dgm:prSet presAssocID="{C9C092C0-D3AC-4E5F-8422-314FB380BA72}" presName="linearFlow" presStyleCnt="0">
        <dgm:presLayoutVars>
          <dgm:resizeHandles val="exact"/>
        </dgm:presLayoutVars>
      </dgm:prSet>
      <dgm:spPr/>
    </dgm:pt>
    <dgm:pt modelId="{0836112E-AB14-4FF8-AE25-E041FF8788DF}" type="pres">
      <dgm:prSet presAssocID="{9F3C6476-A367-4993-A50A-D26146F14FB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A7A5DD3-EB9A-4E63-BEE1-507FFE0AB082}" type="pres">
      <dgm:prSet presAssocID="{5E23A796-0095-41AB-A621-B9E332A3F50B}" presName="sibTrans" presStyleLbl="sibTrans2D1" presStyleIdx="0" presStyleCnt="3"/>
      <dgm:spPr/>
      <dgm:t>
        <a:bodyPr/>
        <a:lstStyle/>
        <a:p>
          <a:endParaRPr lang="en-IN"/>
        </a:p>
      </dgm:t>
    </dgm:pt>
    <dgm:pt modelId="{8C83346C-C4E8-4491-9915-E41352909422}" type="pres">
      <dgm:prSet presAssocID="{5E23A796-0095-41AB-A621-B9E332A3F50B}" presName="connectorText" presStyleLbl="sibTrans2D1" presStyleIdx="0" presStyleCnt="3"/>
      <dgm:spPr/>
      <dgm:t>
        <a:bodyPr/>
        <a:lstStyle/>
        <a:p>
          <a:endParaRPr lang="en-IN"/>
        </a:p>
      </dgm:t>
    </dgm:pt>
    <dgm:pt modelId="{FE54B7A4-4562-4EE5-B776-C29171E4BE26}" type="pres">
      <dgm:prSet presAssocID="{3367D722-AED0-4C27-B0D7-291936ABF5D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B0B3D66-E41A-4751-826F-82A8ED1E355C}" type="pres">
      <dgm:prSet presAssocID="{8C1B3EB5-8DCA-42DB-A991-B89EB3052C3B}" presName="sibTrans" presStyleLbl="sibTrans2D1" presStyleIdx="1" presStyleCnt="3"/>
      <dgm:spPr/>
      <dgm:t>
        <a:bodyPr/>
        <a:lstStyle/>
        <a:p>
          <a:endParaRPr lang="en-IN"/>
        </a:p>
      </dgm:t>
    </dgm:pt>
    <dgm:pt modelId="{3F5354CE-04A2-4D4F-BB51-69FAA9AAB166}" type="pres">
      <dgm:prSet presAssocID="{8C1B3EB5-8DCA-42DB-A991-B89EB3052C3B}" presName="connectorText" presStyleLbl="sibTrans2D1" presStyleIdx="1" presStyleCnt="3"/>
      <dgm:spPr/>
      <dgm:t>
        <a:bodyPr/>
        <a:lstStyle/>
        <a:p>
          <a:endParaRPr lang="en-IN"/>
        </a:p>
      </dgm:t>
    </dgm:pt>
    <dgm:pt modelId="{A4AD8D45-44BF-473B-A7AF-D918E0B89EAE}" type="pres">
      <dgm:prSet presAssocID="{A428DA78-CE0E-4446-8228-33A5B86DD72C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B8A97AC-80F7-472B-B743-A9256B345824}" type="pres">
      <dgm:prSet presAssocID="{9EBA303E-1B88-40B3-B7BB-B8933C7F3238}" presName="sibTrans" presStyleLbl="sibTrans2D1" presStyleIdx="2" presStyleCnt="3"/>
      <dgm:spPr/>
      <dgm:t>
        <a:bodyPr/>
        <a:lstStyle/>
        <a:p>
          <a:endParaRPr lang="en-IN"/>
        </a:p>
      </dgm:t>
    </dgm:pt>
    <dgm:pt modelId="{E1DA9C88-5969-4D5B-90C9-B9FD31BFBF12}" type="pres">
      <dgm:prSet presAssocID="{9EBA303E-1B88-40B3-B7BB-B8933C7F3238}" presName="connectorText" presStyleLbl="sibTrans2D1" presStyleIdx="2" presStyleCnt="3"/>
      <dgm:spPr/>
      <dgm:t>
        <a:bodyPr/>
        <a:lstStyle/>
        <a:p>
          <a:endParaRPr lang="en-IN"/>
        </a:p>
      </dgm:t>
    </dgm:pt>
    <dgm:pt modelId="{85D29FCF-7ECB-433D-BF55-6446DF3887D5}" type="pres">
      <dgm:prSet presAssocID="{6EA605E4-DEDA-44D6-A957-D6E707459D3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BB1FA84A-5EDC-4F13-A808-E3E375AE99F2}" type="presOf" srcId="{5E23A796-0095-41AB-A621-B9E332A3F50B}" destId="{8C83346C-C4E8-4491-9915-E41352909422}" srcOrd="1" destOrd="0" presId="urn:microsoft.com/office/officeart/2005/8/layout/process2"/>
    <dgm:cxn modelId="{19161112-B4DC-4D39-85B2-C16FF0AAC69B}" type="presOf" srcId="{9EBA303E-1B88-40B3-B7BB-B8933C7F3238}" destId="{E1DA9C88-5969-4D5B-90C9-B9FD31BFBF12}" srcOrd="1" destOrd="0" presId="urn:microsoft.com/office/officeart/2005/8/layout/process2"/>
    <dgm:cxn modelId="{AFFE6196-83CA-49AB-862A-7B9A7C197813}" type="presOf" srcId="{9F3C6476-A367-4993-A50A-D26146F14FB3}" destId="{0836112E-AB14-4FF8-AE25-E041FF8788DF}" srcOrd="0" destOrd="0" presId="urn:microsoft.com/office/officeart/2005/8/layout/process2"/>
    <dgm:cxn modelId="{413A8B09-FE5F-422F-BBD1-C96A26E0F971}" srcId="{C9C092C0-D3AC-4E5F-8422-314FB380BA72}" destId="{3367D722-AED0-4C27-B0D7-291936ABF5DA}" srcOrd="1" destOrd="0" parTransId="{E88592AF-4873-4DB0-BBC8-70D07249C55B}" sibTransId="{8C1B3EB5-8DCA-42DB-A991-B89EB3052C3B}"/>
    <dgm:cxn modelId="{CF3306DC-759B-4BE7-95E8-C73A9B7C835D}" srcId="{C9C092C0-D3AC-4E5F-8422-314FB380BA72}" destId="{9F3C6476-A367-4993-A50A-D26146F14FB3}" srcOrd="0" destOrd="0" parTransId="{75889445-8526-4714-94B9-FAB7B84DB49D}" sibTransId="{5E23A796-0095-41AB-A621-B9E332A3F50B}"/>
    <dgm:cxn modelId="{AC1B6A18-9D37-4A8B-8CCD-B83656E73D6E}" type="presOf" srcId="{9EBA303E-1B88-40B3-B7BB-B8933C7F3238}" destId="{FB8A97AC-80F7-472B-B743-A9256B345824}" srcOrd="0" destOrd="0" presId="urn:microsoft.com/office/officeart/2005/8/layout/process2"/>
    <dgm:cxn modelId="{574C508B-AF8F-4CEA-BE20-A4EAB777D44D}" type="presOf" srcId="{6EA605E4-DEDA-44D6-A957-D6E707459D3C}" destId="{85D29FCF-7ECB-433D-BF55-6446DF3887D5}" srcOrd="0" destOrd="0" presId="urn:microsoft.com/office/officeart/2005/8/layout/process2"/>
    <dgm:cxn modelId="{61425208-973F-4578-A844-2AC26078E2FE}" type="presOf" srcId="{C9C092C0-D3AC-4E5F-8422-314FB380BA72}" destId="{B10F4FB4-738A-4FF9-B494-9F6417D7F3A1}" srcOrd="0" destOrd="0" presId="urn:microsoft.com/office/officeart/2005/8/layout/process2"/>
    <dgm:cxn modelId="{B54F718D-4FAF-4923-B57B-70972A1CF3CA}" type="presOf" srcId="{8C1B3EB5-8DCA-42DB-A991-B89EB3052C3B}" destId="{FB0B3D66-E41A-4751-826F-82A8ED1E355C}" srcOrd="0" destOrd="0" presId="urn:microsoft.com/office/officeart/2005/8/layout/process2"/>
    <dgm:cxn modelId="{1B8CF158-CF0B-4E9E-9225-806DB513ADC3}" type="presOf" srcId="{5E23A796-0095-41AB-A621-B9E332A3F50B}" destId="{6A7A5DD3-EB9A-4E63-BEE1-507FFE0AB082}" srcOrd="0" destOrd="0" presId="urn:microsoft.com/office/officeart/2005/8/layout/process2"/>
    <dgm:cxn modelId="{97EE997E-EC57-4725-9368-D2531FA93F0C}" srcId="{C9C092C0-D3AC-4E5F-8422-314FB380BA72}" destId="{6EA605E4-DEDA-44D6-A957-D6E707459D3C}" srcOrd="3" destOrd="0" parTransId="{0AFB2A4C-908B-4D65-8222-D4983F3AF177}" sibTransId="{B7B92C49-D94E-42C0-B2F2-35A5368A0AFC}"/>
    <dgm:cxn modelId="{5C260AAA-E5FF-40FF-A0B1-4D785B6AC9FC}" type="presOf" srcId="{8C1B3EB5-8DCA-42DB-A991-B89EB3052C3B}" destId="{3F5354CE-04A2-4D4F-BB51-69FAA9AAB166}" srcOrd="1" destOrd="0" presId="urn:microsoft.com/office/officeart/2005/8/layout/process2"/>
    <dgm:cxn modelId="{1976D973-0ECA-42D8-83A0-5A436EEA8600}" srcId="{C9C092C0-D3AC-4E5F-8422-314FB380BA72}" destId="{A428DA78-CE0E-4446-8228-33A5B86DD72C}" srcOrd="2" destOrd="0" parTransId="{44F8D603-045E-472D-B74C-213D12C8EAEF}" sibTransId="{9EBA303E-1B88-40B3-B7BB-B8933C7F3238}"/>
    <dgm:cxn modelId="{5FC8799B-0A10-49B1-830A-CE8C336528EA}" type="presOf" srcId="{3367D722-AED0-4C27-B0D7-291936ABF5DA}" destId="{FE54B7A4-4562-4EE5-B776-C29171E4BE26}" srcOrd="0" destOrd="0" presId="urn:microsoft.com/office/officeart/2005/8/layout/process2"/>
    <dgm:cxn modelId="{42C3FF54-BDDD-44D5-BD2E-B6641FEB5D11}" type="presOf" srcId="{A428DA78-CE0E-4446-8228-33A5B86DD72C}" destId="{A4AD8D45-44BF-473B-A7AF-D918E0B89EAE}" srcOrd="0" destOrd="0" presId="urn:microsoft.com/office/officeart/2005/8/layout/process2"/>
    <dgm:cxn modelId="{65640A7D-B754-47FB-89D1-A0288F98A956}" type="presParOf" srcId="{B10F4FB4-738A-4FF9-B494-9F6417D7F3A1}" destId="{0836112E-AB14-4FF8-AE25-E041FF8788DF}" srcOrd="0" destOrd="0" presId="urn:microsoft.com/office/officeart/2005/8/layout/process2"/>
    <dgm:cxn modelId="{DD72680B-BAE8-46B8-9DBB-8E5A6EF9FBF6}" type="presParOf" srcId="{B10F4FB4-738A-4FF9-B494-9F6417D7F3A1}" destId="{6A7A5DD3-EB9A-4E63-BEE1-507FFE0AB082}" srcOrd="1" destOrd="0" presId="urn:microsoft.com/office/officeart/2005/8/layout/process2"/>
    <dgm:cxn modelId="{7D3BB4B5-6C35-45FC-8ED8-F8B311EC7332}" type="presParOf" srcId="{6A7A5DD3-EB9A-4E63-BEE1-507FFE0AB082}" destId="{8C83346C-C4E8-4491-9915-E41352909422}" srcOrd="0" destOrd="0" presId="urn:microsoft.com/office/officeart/2005/8/layout/process2"/>
    <dgm:cxn modelId="{3EDA4D7E-E0DB-41BC-AE64-A2F92F59EABF}" type="presParOf" srcId="{B10F4FB4-738A-4FF9-B494-9F6417D7F3A1}" destId="{FE54B7A4-4562-4EE5-B776-C29171E4BE26}" srcOrd="2" destOrd="0" presId="urn:microsoft.com/office/officeart/2005/8/layout/process2"/>
    <dgm:cxn modelId="{90D2E588-413E-460C-B1BB-BC06997DDD7D}" type="presParOf" srcId="{B10F4FB4-738A-4FF9-B494-9F6417D7F3A1}" destId="{FB0B3D66-E41A-4751-826F-82A8ED1E355C}" srcOrd="3" destOrd="0" presId="urn:microsoft.com/office/officeart/2005/8/layout/process2"/>
    <dgm:cxn modelId="{1359EDE6-4A4A-4885-ABEE-270205F68FB6}" type="presParOf" srcId="{FB0B3D66-E41A-4751-826F-82A8ED1E355C}" destId="{3F5354CE-04A2-4D4F-BB51-69FAA9AAB166}" srcOrd="0" destOrd="0" presId="urn:microsoft.com/office/officeart/2005/8/layout/process2"/>
    <dgm:cxn modelId="{FB1E60F4-B66B-479F-A978-1792CD0CE8BD}" type="presParOf" srcId="{B10F4FB4-738A-4FF9-B494-9F6417D7F3A1}" destId="{A4AD8D45-44BF-473B-A7AF-D918E0B89EAE}" srcOrd="4" destOrd="0" presId="urn:microsoft.com/office/officeart/2005/8/layout/process2"/>
    <dgm:cxn modelId="{9FAA2F6E-7F37-42B3-9EF3-689CEABABED5}" type="presParOf" srcId="{B10F4FB4-738A-4FF9-B494-9F6417D7F3A1}" destId="{FB8A97AC-80F7-472B-B743-A9256B345824}" srcOrd="5" destOrd="0" presId="urn:microsoft.com/office/officeart/2005/8/layout/process2"/>
    <dgm:cxn modelId="{2AE1CBBA-91F6-481B-8E68-2ED66ADEBF05}" type="presParOf" srcId="{FB8A97AC-80F7-472B-B743-A9256B345824}" destId="{E1DA9C88-5969-4D5B-90C9-B9FD31BFBF12}" srcOrd="0" destOrd="0" presId="urn:microsoft.com/office/officeart/2005/8/layout/process2"/>
    <dgm:cxn modelId="{D994CB4B-1077-4AD6-8D34-D51C2623DAA9}" type="presParOf" srcId="{B10F4FB4-738A-4FF9-B494-9F6417D7F3A1}" destId="{85D29FCF-7ECB-433D-BF55-6446DF3887D5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690CCD-E2BF-4EE7-8AAD-546BA45EA083}" type="doc">
      <dgm:prSet loTypeId="urn:microsoft.com/office/officeart/2005/8/layout/chevron1" loCatId="process" qsTypeId="urn:microsoft.com/office/officeart/2005/8/quickstyle/3d1" qsCatId="3D" csTypeId="urn:microsoft.com/office/officeart/2005/8/colors/colorful2" csCatId="colorful" phldr="1"/>
      <dgm:spPr/>
    </dgm:pt>
    <dgm:pt modelId="{94AA305A-D88B-421A-A694-BBF8026B5186}">
      <dgm:prSet phldrT="[Text]" custT="1"/>
      <dgm:spPr/>
      <dgm:t>
        <a:bodyPr/>
        <a:lstStyle/>
        <a:p>
          <a:r>
            <a:rPr lang="en-US" sz="2000" dirty="0" smtClean="0"/>
            <a:t>File</a:t>
          </a:r>
          <a:endParaRPr lang="en-IN" sz="2000" dirty="0"/>
        </a:p>
      </dgm:t>
    </dgm:pt>
    <dgm:pt modelId="{47819105-9FA0-4D5C-A1E2-B4F047CDD406}" type="parTrans" cxnId="{7AED9A43-F257-4306-B9B6-541C983F3C5A}">
      <dgm:prSet/>
      <dgm:spPr/>
      <dgm:t>
        <a:bodyPr/>
        <a:lstStyle/>
        <a:p>
          <a:endParaRPr lang="en-IN"/>
        </a:p>
      </dgm:t>
    </dgm:pt>
    <dgm:pt modelId="{7BDFB462-D9E2-4930-B87C-61F157CA9F29}" type="sibTrans" cxnId="{7AED9A43-F257-4306-B9B6-541C983F3C5A}">
      <dgm:prSet/>
      <dgm:spPr/>
      <dgm:t>
        <a:bodyPr/>
        <a:lstStyle/>
        <a:p>
          <a:endParaRPr lang="en-IN"/>
        </a:p>
      </dgm:t>
    </dgm:pt>
    <dgm:pt modelId="{DA7F3C77-B0DB-44D3-8C46-688D39CB8E68}">
      <dgm:prSet phldrT="[Text]" custT="1"/>
      <dgm:spPr/>
      <dgm:t>
        <a:bodyPr/>
        <a:lstStyle/>
        <a:p>
          <a:r>
            <a:rPr lang="en-US" sz="2000" dirty="0" smtClean="0"/>
            <a:t>FileInputStream / FileOutputStream</a:t>
          </a:r>
          <a:endParaRPr lang="en-IN" sz="2000" dirty="0"/>
        </a:p>
      </dgm:t>
    </dgm:pt>
    <dgm:pt modelId="{00D3EE88-AB75-4C40-98CE-C46713E80BFC}" type="parTrans" cxnId="{4E7B5B3E-2364-45D5-831A-B458AC115333}">
      <dgm:prSet/>
      <dgm:spPr/>
      <dgm:t>
        <a:bodyPr/>
        <a:lstStyle/>
        <a:p>
          <a:endParaRPr lang="en-IN"/>
        </a:p>
      </dgm:t>
    </dgm:pt>
    <dgm:pt modelId="{5300C755-BDDE-4131-B10E-F81830F059EB}" type="sibTrans" cxnId="{4E7B5B3E-2364-45D5-831A-B458AC115333}">
      <dgm:prSet/>
      <dgm:spPr/>
      <dgm:t>
        <a:bodyPr/>
        <a:lstStyle/>
        <a:p>
          <a:endParaRPr lang="en-IN"/>
        </a:p>
      </dgm:t>
    </dgm:pt>
    <dgm:pt modelId="{3473EFA3-E000-4F3D-830E-592CE7C23A72}" type="pres">
      <dgm:prSet presAssocID="{34690CCD-E2BF-4EE7-8AAD-546BA45EA083}" presName="Name0" presStyleCnt="0">
        <dgm:presLayoutVars>
          <dgm:dir/>
          <dgm:animLvl val="lvl"/>
          <dgm:resizeHandles val="exact"/>
        </dgm:presLayoutVars>
      </dgm:prSet>
      <dgm:spPr/>
    </dgm:pt>
    <dgm:pt modelId="{183EBBB6-F4B4-4E36-B79E-661D896DA0AE}" type="pres">
      <dgm:prSet presAssocID="{94AA305A-D88B-421A-A694-BBF8026B5186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E4B8DA2-4E97-4293-BA62-AD39D26CA451}" type="pres">
      <dgm:prSet presAssocID="{7BDFB462-D9E2-4930-B87C-61F157CA9F29}" presName="parTxOnlySpace" presStyleCnt="0"/>
      <dgm:spPr/>
    </dgm:pt>
    <dgm:pt modelId="{3720074F-BFB7-4535-BE55-9EE1EAF465AD}" type="pres">
      <dgm:prSet presAssocID="{DA7F3C77-B0DB-44D3-8C46-688D39CB8E68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E7B5B3E-2364-45D5-831A-B458AC115333}" srcId="{34690CCD-E2BF-4EE7-8AAD-546BA45EA083}" destId="{DA7F3C77-B0DB-44D3-8C46-688D39CB8E68}" srcOrd="1" destOrd="0" parTransId="{00D3EE88-AB75-4C40-98CE-C46713E80BFC}" sibTransId="{5300C755-BDDE-4131-B10E-F81830F059EB}"/>
    <dgm:cxn modelId="{A72123A7-EEA7-4A07-B6D9-017CCCBB62C5}" type="presOf" srcId="{DA7F3C77-B0DB-44D3-8C46-688D39CB8E68}" destId="{3720074F-BFB7-4535-BE55-9EE1EAF465AD}" srcOrd="0" destOrd="0" presId="urn:microsoft.com/office/officeart/2005/8/layout/chevron1"/>
    <dgm:cxn modelId="{5E4203A3-8CA6-4D56-8AAF-4B9959C11A8F}" type="presOf" srcId="{34690CCD-E2BF-4EE7-8AAD-546BA45EA083}" destId="{3473EFA3-E000-4F3D-830E-592CE7C23A72}" srcOrd="0" destOrd="0" presId="urn:microsoft.com/office/officeart/2005/8/layout/chevron1"/>
    <dgm:cxn modelId="{7AED9A43-F257-4306-B9B6-541C983F3C5A}" srcId="{34690CCD-E2BF-4EE7-8AAD-546BA45EA083}" destId="{94AA305A-D88B-421A-A694-BBF8026B5186}" srcOrd="0" destOrd="0" parTransId="{47819105-9FA0-4D5C-A1E2-B4F047CDD406}" sibTransId="{7BDFB462-D9E2-4930-B87C-61F157CA9F29}"/>
    <dgm:cxn modelId="{C85F0A1F-AA16-48D0-BB4C-419066CDD534}" type="presOf" srcId="{94AA305A-D88B-421A-A694-BBF8026B5186}" destId="{183EBBB6-F4B4-4E36-B79E-661D896DA0AE}" srcOrd="0" destOrd="0" presId="urn:microsoft.com/office/officeart/2005/8/layout/chevron1"/>
    <dgm:cxn modelId="{345E8EE6-9AD6-4D22-8C9E-7CAF2176860F}" type="presParOf" srcId="{3473EFA3-E000-4F3D-830E-592CE7C23A72}" destId="{183EBBB6-F4B4-4E36-B79E-661D896DA0AE}" srcOrd="0" destOrd="0" presId="urn:microsoft.com/office/officeart/2005/8/layout/chevron1"/>
    <dgm:cxn modelId="{82BA6E33-629F-4FFA-A29A-04C14D149291}" type="presParOf" srcId="{3473EFA3-E000-4F3D-830E-592CE7C23A72}" destId="{3E4B8DA2-4E97-4293-BA62-AD39D26CA451}" srcOrd="1" destOrd="0" presId="urn:microsoft.com/office/officeart/2005/8/layout/chevron1"/>
    <dgm:cxn modelId="{C2F30EB0-C0E0-4F0C-9186-07DA4236394A}" type="presParOf" srcId="{3473EFA3-E000-4F3D-830E-592CE7C23A72}" destId="{3720074F-BFB7-4535-BE55-9EE1EAF465AD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36112E-AB14-4FF8-AE25-E041FF8788DF}">
      <dsp:nvSpPr>
        <dsp:cNvPr id="0" name=""/>
        <dsp:cNvSpPr/>
      </dsp:nvSpPr>
      <dsp:spPr>
        <a:xfrm>
          <a:off x="431329" y="2000"/>
          <a:ext cx="1339629" cy="7442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Workbook</a:t>
          </a:r>
          <a:endParaRPr lang="en-IN" sz="2000" kern="1200" dirty="0"/>
        </a:p>
      </dsp:txBody>
      <dsp:txXfrm>
        <a:off x="453127" y="23798"/>
        <a:ext cx="1296033" cy="700642"/>
      </dsp:txXfrm>
    </dsp:sp>
    <dsp:sp modelId="{6A7A5DD3-EB9A-4E63-BEE1-507FFE0AB082}">
      <dsp:nvSpPr>
        <dsp:cNvPr id="0" name=""/>
        <dsp:cNvSpPr/>
      </dsp:nvSpPr>
      <dsp:spPr>
        <a:xfrm rot="5400000">
          <a:off x="961599" y="764845"/>
          <a:ext cx="279089" cy="33490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400" kern="1200"/>
        </a:p>
      </dsp:txBody>
      <dsp:txXfrm rot="-5400000">
        <a:off x="1000672" y="792754"/>
        <a:ext cx="200945" cy="195362"/>
      </dsp:txXfrm>
    </dsp:sp>
    <dsp:sp modelId="{FE54B7A4-4562-4EE5-B776-C29171E4BE26}">
      <dsp:nvSpPr>
        <dsp:cNvPr id="0" name=""/>
        <dsp:cNvSpPr/>
      </dsp:nvSpPr>
      <dsp:spPr>
        <a:xfrm>
          <a:off x="431329" y="1118358"/>
          <a:ext cx="1339629" cy="7442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Sheet</a:t>
          </a:r>
          <a:endParaRPr lang="en-IN" sz="2000" kern="1200" dirty="0"/>
        </a:p>
      </dsp:txBody>
      <dsp:txXfrm>
        <a:off x="453127" y="1140156"/>
        <a:ext cx="1296033" cy="700642"/>
      </dsp:txXfrm>
    </dsp:sp>
    <dsp:sp modelId="{FB0B3D66-E41A-4751-826F-82A8ED1E355C}">
      <dsp:nvSpPr>
        <dsp:cNvPr id="0" name=""/>
        <dsp:cNvSpPr/>
      </dsp:nvSpPr>
      <dsp:spPr>
        <a:xfrm rot="5400000">
          <a:off x="961599" y="1881203"/>
          <a:ext cx="279089" cy="33490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400" kern="1200"/>
        </a:p>
      </dsp:txBody>
      <dsp:txXfrm rot="-5400000">
        <a:off x="1000672" y="1909112"/>
        <a:ext cx="200945" cy="195362"/>
      </dsp:txXfrm>
    </dsp:sp>
    <dsp:sp modelId="{A4AD8D45-44BF-473B-A7AF-D918E0B89EAE}">
      <dsp:nvSpPr>
        <dsp:cNvPr id="0" name=""/>
        <dsp:cNvSpPr/>
      </dsp:nvSpPr>
      <dsp:spPr>
        <a:xfrm>
          <a:off x="431329" y="2234717"/>
          <a:ext cx="1339629" cy="7442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Row</a:t>
          </a:r>
          <a:endParaRPr lang="en-IN" sz="2000" kern="1200" dirty="0"/>
        </a:p>
      </dsp:txBody>
      <dsp:txXfrm>
        <a:off x="453127" y="2256515"/>
        <a:ext cx="1296033" cy="700642"/>
      </dsp:txXfrm>
    </dsp:sp>
    <dsp:sp modelId="{FB8A97AC-80F7-472B-B743-A9256B345824}">
      <dsp:nvSpPr>
        <dsp:cNvPr id="0" name=""/>
        <dsp:cNvSpPr/>
      </dsp:nvSpPr>
      <dsp:spPr>
        <a:xfrm rot="5400000">
          <a:off x="961599" y="2997562"/>
          <a:ext cx="279089" cy="33490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400" kern="1200"/>
        </a:p>
      </dsp:txBody>
      <dsp:txXfrm rot="-5400000">
        <a:off x="1000672" y="3025471"/>
        <a:ext cx="200945" cy="195362"/>
      </dsp:txXfrm>
    </dsp:sp>
    <dsp:sp modelId="{85D29FCF-7ECB-433D-BF55-6446DF3887D5}">
      <dsp:nvSpPr>
        <dsp:cNvPr id="0" name=""/>
        <dsp:cNvSpPr/>
      </dsp:nvSpPr>
      <dsp:spPr>
        <a:xfrm>
          <a:off x="431329" y="3351075"/>
          <a:ext cx="1339629" cy="7442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Cell</a:t>
          </a:r>
          <a:endParaRPr lang="en-IN" sz="2000" kern="1200" dirty="0"/>
        </a:p>
      </dsp:txBody>
      <dsp:txXfrm>
        <a:off x="453127" y="3372873"/>
        <a:ext cx="1296033" cy="7006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3EBBB6-F4B4-4E36-B79E-661D896DA0AE}">
      <dsp:nvSpPr>
        <dsp:cNvPr id="0" name=""/>
        <dsp:cNvSpPr/>
      </dsp:nvSpPr>
      <dsp:spPr>
        <a:xfrm>
          <a:off x="5614" y="0"/>
          <a:ext cx="3356153" cy="761404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File</a:t>
          </a:r>
          <a:endParaRPr lang="en-IN" sz="2000" kern="1200" dirty="0"/>
        </a:p>
      </dsp:txBody>
      <dsp:txXfrm>
        <a:off x="386316" y="0"/>
        <a:ext cx="2594749" cy="761404"/>
      </dsp:txXfrm>
    </dsp:sp>
    <dsp:sp modelId="{3720074F-BFB7-4535-BE55-9EE1EAF465AD}">
      <dsp:nvSpPr>
        <dsp:cNvPr id="0" name=""/>
        <dsp:cNvSpPr/>
      </dsp:nvSpPr>
      <dsp:spPr>
        <a:xfrm>
          <a:off x="3026152" y="0"/>
          <a:ext cx="3356153" cy="761404"/>
        </a:xfrm>
        <a:prstGeom prst="chevron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FileInputStream / FileOutputStream</a:t>
          </a:r>
          <a:endParaRPr lang="en-IN" sz="2000" kern="1200" dirty="0"/>
        </a:p>
      </dsp:txBody>
      <dsp:txXfrm>
        <a:off x="3406854" y="0"/>
        <a:ext cx="2594749" cy="761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Driven Framework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Reading the data from Excel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Writing the data to Excel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086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Excel File – Workbook </a:t>
            </a:r>
          </a:p>
          <a:p>
            <a:pPr lvl="1"/>
            <a:r>
              <a:rPr lang="en-US" dirty="0" smtClean="0"/>
              <a:t>Collection of Sheets</a:t>
            </a:r>
          </a:p>
          <a:p>
            <a:r>
              <a:rPr lang="en-US" dirty="0" smtClean="0"/>
              <a:t>Sheet</a:t>
            </a:r>
          </a:p>
          <a:p>
            <a:pPr lvl="1"/>
            <a:r>
              <a:rPr lang="en-US" dirty="0" smtClean="0"/>
              <a:t>Collection of Rows</a:t>
            </a:r>
          </a:p>
          <a:p>
            <a:r>
              <a:rPr lang="en-US" dirty="0" smtClean="0"/>
              <a:t>Row </a:t>
            </a:r>
          </a:p>
          <a:p>
            <a:pPr lvl="1"/>
            <a:r>
              <a:rPr lang="en-US" dirty="0" smtClean="0"/>
              <a:t>Collection of Cells</a:t>
            </a:r>
          </a:p>
          <a:p>
            <a:r>
              <a:rPr lang="en-US" dirty="0" smtClean="0"/>
              <a:t>Cell</a:t>
            </a:r>
          </a:p>
          <a:p>
            <a:pPr lvl="1"/>
            <a:r>
              <a:rPr lang="en-US" dirty="0" smtClean="0"/>
              <a:t>Smallest unit that stores the data</a:t>
            </a:r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322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– </a:t>
            </a:r>
            <a:r>
              <a:rPr lang="en-US" sz="1800" dirty="0" smtClean="0"/>
              <a:t>Flow of data from application to memory and memory to application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7334" y="2202287"/>
            <a:ext cx="2465111" cy="36447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7753082" y="1930401"/>
            <a:ext cx="2137893" cy="391660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3142445" y="2202287"/>
            <a:ext cx="4610637" cy="1725769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FileOutputStream (Writing the data)</a:t>
            </a:r>
            <a:endParaRPr lang="en-IN" dirty="0"/>
          </a:p>
        </p:txBody>
      </p:sp>
      <p:sp>
        <p:nvSpPr>
          <p:cNvPr id="7" name="Left Arrow 6"/>
          <p:cNvSpPr/>
          <p:nvPr/>
        </p:nvSpPr>
        <p:spPr>
          <a:xfrm>
            <a:off x="3142445" y="4108361"/>
            <a:ext cx="4610637" cy="1609859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FileInputStream (Reading the data)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469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POI– </a:t>
            </a:r>
            <a:r>
              <a:rPr lang="en-US" sz="1800" dirty="0" smtClean="0"/>
              <a:t>API that is used to handle Excel files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7334" y="2202287"/>
            <a:ext cx="2465111" cy="36447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7753082" y="1930401"/>
            <a:ext cx="2137893" cy="391660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Oval 2"/>
          <p:cNvSpPr/>
          <p:nvPr/>
        </p:nvSpPr>
        <p:spPr>
          <a:xfrm>
            <a:off x="4436772" y="3013655"/>
            <a:ext cx="2021983" cy="20219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Apache POI (API)</a:t>
            </a:r>
            <a:endParaRPr lang="en-IN" dirty="0"/>
          </a:p>
        </p:txBody>
      </p:sp>
      <p:cxnSp>
        <p:nvCxnSpPr>
          <p:cNvPr id="9" name="Straight Arrow Connector 8"/>
          <p:cNvCxnSpPr>
            <a:stCxn id="4" idx="3"/>
            <a:endCxn id="3" idx="2"/>
          </p:cNvCxnSpPr>
          <p:nvPr/>
        </p:nvCxnSpPr>
        <p:spPr>
          <a:xfrm flipV="1">
            <a:off x="3142445" y="4024647"/>
            <a:ext cx="1294327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6"/>
            <a:endCxn id="5" idx="2"/>
          </p:cNvCxnSpPr>
          <p:nvPr/>
        </p:nvCxnSpPr>
        <p:spPr>
          <a:xfrm flipV="1">
            <a:off x="6458755" y="3888705"/>
            <a:ext cx="1294327" cy="1359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0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Hierarchy 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6313347"/>
              </p:ext>
            </p:extLst>
          </p:nvPr>
        </p:nvGraphicFramePr>
        <p:xfrm>
          <a:off x="7675809" y="2034862"/>
          <a:ext cx="2202288" cy="4097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707883931"/>
              </p:ext>
            </p:extLst>
          </p:nvPr>
        </p:nvGraphicFramePr>
        <p:xfrm>
          <a:off x="1210614" y="1954727"/>
          <a:ext cx="6387921" cy="761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8420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636809"/>
              </p:ext>
            </p:extLst>
          </p:nvPr>
        </p:nvGraphicFramePr>
        <p:xfrm>
          <a:off x="695460" y="270456"/>
          <a:ext cx="5761149" cy="31453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383"/>
                <a:gridCol w="1920383"/>
                <a:gridCol w="1920383"/>
              </a:tblGrid>
              <a:tr h="46984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User Name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Password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Result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6984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 err="1">
                          <a:effectLst/>
                        </a:rPr>
                        <a:t>standard_user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secret_sauce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Not Run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6984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 err="1">
                          <a:effectLst/>
                        </a:rPr>
                        <a:t>dilshad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dishad123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Not Run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698278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 err="1">
                          <a:effectLst/>
                        </a:rPr>
                        <a:t>performance_glitch_user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secret_sauce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Not Run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5958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 err="1">
                          <a:effectLst/>
                        </a:rPr>
                        <a:t>priyanka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priyanka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Not Run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6984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 err="1">
                          <a:effectLst/>
                        </a:rPr>
                        <a:t>visual_user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secret_sauce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Not Run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5958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 err="1">
                          <a:effectLst/>
                        </a:rPr>
                        <a:t>ayush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>
                          <a:effectLst/>
                        </a:rPr>
                        <a:t>ayush123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effectLst/>
                        </a:rPr>
                        <a:t>Not Run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632017"/>
              </p:ext>
            </p:extLst>
          </p:nvPr>
        </p:nvGraphicFramePr>
        <p:xfrm>
          <a:off x="563809" y="3836353"/>
          <a:ext cx="5418666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jjhjh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5829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173</TotalTime>
  <Words>133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Trebuchet MS</vt:lpstr>
      <vt:lpstr>Wingdings 3</vt:lpstr>
      <vt:lpstr>Facet</vt:lpstr>
      <vt:lpstr>Data Driven Framework</vt:lpstr>
      <vt:lpstr>Excel File</vt:lpstr>
      <vt:lpstr>Stream – Flow of data from application to memory and memory to application</vt:lpstr>
      <vt:lpstr>Apache POI– API that is used to handle Excel files</vt:lpstr>
      <vt:lpstr>Object Hierarchy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Framework</dc:title>
  <dc:creator>Microsoft account</dc:creator>
  <cp:lastModifiedBy>Microsoft account</cp:lastModifiedBy>
  <cp:revision>10</cp:revision>
  <dcterms:created xsi:type="dcterms:W3CDTF">2026-04-30T15:35:36Z</dcterms:created>
  <dcterms:modified xsi:type="dcterms:W3CDTF">2026-05-05T16:11:13Z</dcterms:modified>
</cp:coreProperties>
</file>